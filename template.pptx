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7A176-C16E-2F35-1613-39F134A6E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84BBAEF-6E76-F4EF-0C32-21EC977B9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9B8C83-5266-1401-08D3-1C79DA86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CE7BA4-3384-F7ED-EBA6-8C0D4B43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65C5D1-66F0-1D7F-6615-27453A60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505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D3304-092E-6D2D-571E-D9D14E5F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2DFE6C-2949-82CA-7F0F-8FB57734D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F0C976-E8A8-81CF-FF7F-C0DBEFB0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5079AB-C8B3-F5B6-A80E-1E0BD53FF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6F30C5-009A-3C23-9F1E-9EE1A839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56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E11088-29E8-EEB1-60DC-42F0AF70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8C1006-ACDD-E264-2A7F-E6740BF66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1F37EF-A4A8-8B1B-0868-18CA19428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8F1E08-4B33-1596-A02D-E5824A30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785F17-B28C-5BC8-54EB-C13C2116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3977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A06CC4-C2D9-A1BD-4435-057E7915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BDCE2C-D120-F930-F4FA-EA6D359D3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30827A5-27E3-7723-5B7E-F3B668335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EB09FF-140F-7BDF-EB9F-9DE70EFD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66FCA6-9CAC-E0C8-0DAD-8992C8A4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EA1D06-3101-0011-30E5-523CCB305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171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27948D-5B18-C18B-7C86-1FF6E0CD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FAC068-6636-DCAF-CB19-A79478351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6DD6D7-1C34-C9E8-3C03-593333D32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A99BE7-8B02-9FF2-BCED-EA8164347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E4EF38D-2A59-063C-8613-F89414F7D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BF41245-778A-D7F2-E62F-5ECDEEED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C1F744A-D97F-6488-8AB4-67865612E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AC99FD-26BC-DF4C-287A-88E3B7FB0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53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7EC86E-B7D6-087E-F2CE-B52848AE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95F91F2-C428-3C6C-1E46-7E6EE5EE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5AF084-FBF2-5F4D-A500-FCDDB9F99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EF24D4-43B2-213E-E473-857CA9DC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93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AACDCE-EA0C-3DAC-BC94-53F9114C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DC4078-C821-3883-6E05-ABD413E3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C931C1-2C1B-6AA2-7893-02F4DD48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250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262483-8A1F-240D-DEC5-225505BF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CABD5D-F98D-E004-9CF5-5745348C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109DF3-4F39-0E2A-DEC1-B642B218B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60C2BF-CFE7-8D4C-50B9-5866E3BC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79B0F3-78AF-49A7-5737-09C90FC4E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AB94F9-14CE-2F66-5E2E-05569F08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22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59346-CD7C-A537-9F16-CDE19E04B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036A825-1276-F6FE-FC90-ABA2B881D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348A7B-201C-A771-FBD3-7AFEDF475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2A67A9-948C-C0E3-619D-D5BC8C4F2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802A96-0EAF-46D9-A0A1-2F5E810A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56AE9B-70E6-3E7A-DB91-60D52D84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12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46EA82-6451-2431-F418-AA0E3D05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5C5EBFB-C2D8-053D-896A-A92C87F9E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370AB4-702C-6008-D45A-1904CCB2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D51266-A61E-AB28-7E01-C5D0C773F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2414BA-92BB-EEF7-F6FA-4841FD9C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454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24A32EB-3EF5-B50B-7054-A6AC1BFCC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02F355E-C486-5331-2121-EF919364F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FD1952-DD1B-2D99-F388-4043B5B2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130E3D-8452-DB64-0AD3-295B13A0E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96A1DE-BD36-C63B-4133-0BA9C5F4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20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5AAD5CF-1A81-2C7E-8C28-5DFB0700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65AA59-3B93-D54D-FE9B-D15E67731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F6C7A0-4D2E-4737-4AE7-0BFE7DCD4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A8627-A8FB-094B-9F45-A6EBDDCE31C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3B00DA-526C-6347-66AD-BF852C67E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5EA7F4-BCC8-61F5-119B-172D4839F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1DE35-2CF3-1749-869A-FE8F7A1939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55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AC2AC2C-C3B0-8AEB-38F3-4697EE588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92" y="391887"/>
            <a:ext cx="1545008" cy="8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741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Lapoire</dc:creator>
  <cp:lastModifiedBy>Denis Lapoire</cp:lastModifiedBy>
  <cp:revision>2</cp:revision>
  <dcterms:created xsi:type="dcterms:W3CDTF">2026-01-22T11:23:43Z</dcterms:created>
  <dcterms:modified xsi:type="dcterms:W3CDTF">2026-01-22T11:25:36Z</dcterms:modified>
</cp:coreProperties>
</file>